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 minute
Teacher focus: Welcome the class; keep this slide limited to subject, grade, and date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5–10 minutes
Teacher focus: Incomplete starter content for "Linear Equations". Regenerate this lesson to create a topic-specific student question and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2 minutes
Teacher focus: Incomplete SDG connection for "Linear Equations". Regenerate this lesson to identify and explain a relevant Sustainable Development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 minutes
Teacher focus: Display the teacher's form objectives verbatim — no AI edits or additions.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 minutes
Teacher focus: Incomplete learning outcomes for "Linear Equations". Regenerate this lesson to create measurable, objective-aligned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25–35 minutes
Teacher focus: Incomplete core teaching for "Linear Equations". Regenerate this lesson before presenting or downloading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10–12 minutes
Teacher focus: Differentiated Tasks: "Linear Equations" Higher Achievers — a challenging task extending beyond the objective. Middle Achievers — a standard task matching the objective. Lower Achievers — a scaffolded task with sentence starters or guided prompts. Mini Plenary: one quick question to check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4–6 minutes
Teacher focus: Slide 8 — one link only (cross-curricular). No UAE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8–10 minutes
Teacher focus: Think-Pair-Share Activity — "Linear Equations" Students review and consolidate their learning. 1. Think (2 min): Write down the 3 most important things you learned about "Linear Equations" today. 2. Pair (2 min): Compare your key points with a partner — what did you both include? What was different? 3. Share (2 min): 2-3 pairs share their most important insight with the class. Teacher: Ask students to connect their insights back to today's learning objectives about "Linear Equations".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set expectations only
Teacher focus: Research Task: "Linear Equations" 1. Choose one aspect of "Linear Equations" that interested you most from today's lesson. 2. Research it further using textbooks, reliable websites, or other sources. 3. Write a one-page summary of your findings in your own words. 4. Include one diagram, image, or real-world example that helps explain your chosen aspect. 5. Be ready to share your most interesting discovery at the start of the next lesson. Challenge: How does "Linear Equations" connect to daily life or a career that interests you?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3–4 minutes
Teacher focus: Incomplete exit ticket for "Linear Equations". Regenerate this lesson to create two or three assessment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3–4 minutes
Teacher focus: Incomplete success criteria for "Linear Equations". Regenerate this lesson to create measurable criteria and self-evaluation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 minute
Teacher focus: Close with a concise learning takeaway and one reflective next-step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08760"/>
            <a:ext cx="6400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3675888"/>
            <a:ext cx="3474720" cy="0"/>
          </a:xfrm>
          <a:prstGeom prst="line">
            <a:avLst/>
          </a:prstGeom>
          <a:noFill/>
          <a:ln w="12700">
            <a:solidFill>
              <a:srgbClr val="0878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862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 ·  Year 8  ·  Linear Equations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8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6510528"/>
            <a:ext cx="895620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Activity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179123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1591056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59105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73302" y="1572768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prediction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49808" y="2443734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44373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73302" y="2425446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opening example for Linear Equations. Predict one outcome, record evidence, then revise your explanation with a partner.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Chapter, Topic and SDG Goal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268685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Subject foundations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" y="3419856"/>
            <a:ext cx="1071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Linear Equations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3232" y="3858768"/>
            <a:ext cx="10716768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— Quality Education: learning to reason with evidence supports informed decisions and further study.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358247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348514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3417824"/>
            <a:ext cx="9923526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one-step and two-step linear equations and verify each solution by substitution.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4478098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708796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641473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identify the key knowledge in Linear Equations.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3356991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675774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608451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explain a relationship using evidence.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4323969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642752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575429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apply the method to an unfamiliar example.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Phase Core Teaching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5373718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equation stays balanced when you perform the same inverse operation on both sides.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" y="3419856"/>
            <a:ext cx="10716768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solve 3x + 5 = 20, subtract 5 from both sides to get 3x = 15, then divide both sides by 3 to get x = 5.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3232" y="4068064"/>
            <a:ext cx="1071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5 into the original equation: 3(5) + 5 = 20, so the solution is correct.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Activity and Mini Plenary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626933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1591056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59105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73302" y="1572768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Achievers task: Evaluate an unfamiliar Linear Equations example and justify your conclusion.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49808" y="2763520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76352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73302" y="2745232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Achievers task: Apply the taught method and show the evidence for each step.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49808" y="3935984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93598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73302" y="3917696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Achievers task: Complete the scaffolded example using the supplied prompts.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49808" y="5108448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5108448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73302" y="5090160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Plenary: Explain the most important step to a partner.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 and Cross Curricular Connection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716495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Cross-curricular connection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" y="3419856"/>
            <a:ext cx="10716768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precise written reasoning to explain Linear Equations. Identify the evidence, connect it to your conclusion, and check that another reader can follow the reasoning.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806057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5727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check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77824" y="2352040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35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481328" y="2333752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claim about Linear Equations.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77824" y="3220720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" y="3650488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650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481328" y="3632200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evidence from today's example.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877824" y="451916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7824" y="4948936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7824" y="4948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1481328" y="4930648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responses and identify one missing reasoning step.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Task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895619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1335024"/>
            <a:ext cx="1068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investigation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9808" y="1865376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186537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73302" y="1847088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unfamiliar Linear Equations example.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49808" y="2718054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271805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73302" y="2699766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today's method and record every step.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49808" y="3570732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570732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73302" y="3552444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result in 120 words.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49808" y="4423410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442341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73302" y="4405122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completed response to the next lesson.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985181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518169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450846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x + 7 = 19.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3166364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48514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417824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4x - 3 = 17 and show each inverse operation.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4133342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452125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384802"/>
            <a:ext cx="9923526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says x = 6 solves 2x + 5 = 19. Is Sam correct? Prove your answer by substitution.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and Self Evaluation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1074743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22530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157984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the key information in Linear Equations.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2873502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192285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124962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method using evidence.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3840480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159263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091940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apply the method to an unfamiliar example.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914400" y="480745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41832" y="5126241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06474" y="5058918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and check my conclusion.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Takeaway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887728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887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481328" y="1869440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77824" y="275640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" y="3186176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186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481328" y="3167888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one-step and two-step linear equations and verify each solution by substitution.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877824" y="4489704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4919472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481328" y="4901184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leave, cite one piece of evidence that demonstrates your progress.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Layah.ai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— Linear Equations</dc:title>
  <dc:subject>Mathematics — Linear Equations</dc:subject>
  <dc:creator>Layah.ai</dc:creator>
  <cp:lastModifiedBy>Layah.ai</cp:lastModifiedBy>
  <cp:revision>1</cp:revision>
  <dcterms:created xsi:type="dcterms:W3CDTF">2026-10-21T10:14:53Z</dcterms:created>
  <dcterms:modified xsi:type="dcterms:W3CDTF">2026-10-21T10:14:53Z</dcterms:modified>
</cp:coreProperties>
</file>
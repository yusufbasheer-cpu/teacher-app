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Tuesday, 20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10481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evaporation and condensation transfer water through the water cycle, using particle movement as evidence.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2026-10-20T17:03:01Z</dcterms:created>
  <dcterms:modified xsi:type="dcterms:W3CDTF">2026-10-20T17:03:01Z</dcterms:modified>
</cp:coreProperties>
</file>
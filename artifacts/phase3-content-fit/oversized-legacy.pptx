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10481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42850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361184"/>
            <a:ext cx="9923526" cy="295859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energy from the Sun drives evaporation from oceans and land, how rising water vapour cools and condenses into clouds, how precipitation returns water to Earth's surface, how collection and runoff move water through rivers and groundwater, and how particle movement provides evidence for each change of state in the complete water cycle.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2026-10-21T04:51:15Z</dcterms:created>
  <dcterms:modified xsi:type="dcterms:W3CDTF">2026-10-21T04:51:15Z</dcterms:modified>
</cp:coreProperties>
</file>
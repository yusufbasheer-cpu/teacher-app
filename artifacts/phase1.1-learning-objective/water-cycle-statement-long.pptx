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Wednesday, 21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0F8B8D"/>
          </a:solidFill>
          <a:ln w="12700">
            <a:solidFill>
              <a:srgbClr val="333333">
                <a:alpha val="0"/>
              </a:srgbClr>
            </a:solidFill>
            <a:prstDash val="solid"/>
          </a:ln>
        </p:spPr>
      </p:sp>
      <p:sp>
        <p:nvSpPr>
          <p:cNvPr id="3" name="Shape 1"/>
          <p:cNvSpPr/>
          <p:nvPr/>
        </p:nvSpPr>
        <p:spPr>
          <a:xfrm>
            <a:off x="841248" y="1581912"/>
            <a:ext cx="987552" cy="0"/>
          </a:xfrm>
          <a:prstGeom prst="line">
            <a:avLst/>
          </a:prstGeom>
          <a:noFill/>
          <a:ln w="12700">
            <a:solidFill>
              <a:srgbClr val="0F8B8D"/>
            </a:solidFill>
            <a:prstDash val="solid"/>
          </a:ln>
        </p:spPr>
      </p:sp>
      <p:sp>
        <p:nvSpPr>
          <p:cNvPr id="4" name="Text 2"/>
          <p:cNvSpPr/>
          <p:nvPr/>
        </p:nvSpPr>
        <p:spPr>
          <a:xfrm>
            <a:off x="841227" y="1220724"/>
            <a:ext cx="6949266" cy="411480"/>
          </a:xfrm>
          <a:prstGeom prst="rect">
            <a:avLst/>
          </a:prstGeom>
          <a:noFill/>
          <a:ln/>
        </p:spPr>
        <p:txBody>
          <a:bodyPr wrap="square" lIns="0" tIns="0" rIns="0" bIns="0" rtlCol="0" anchor="ctr">
            <a:normAutofit/>
          </a:bodyPr>
          <a:lstStyle/>
          <a:p>
            <a:pPr indent="0" marL="0">
              <a:buNone/>
            </a:pPr>
            <a:r>
              <a:rPr lang="en-US" sz="1500" b="1" spc="210" kern="0" dirty="0">
                <a:solidFill>
                  <a:srgbClr val="0F8B8D"/>
                </a:solidFill>
                <a:latin typeface="Poppins" pitchFamily="34" charset="0"/>
                <a:ea typeface="Poppins" pitchFamily="34" charset="-122"/>
                <a:cs typeface="Poppins" pitchFamily="34" charset="-120"/>
              </a:rPr>
              <a:t>LEARNING OBJECTIVES</a:t>
            </a:r>
            <a:endParaRPr lang="en-US" sz="1500" dirty="0"/>
          </a:p>
        </p:txBody>
      </p:sp>
      <p:sp>
        <p:nvSpPr>
          <p:cNvPr id="5" name="Text 3"/>
          <p:cNvSpPr/>
          <p:nvPr/>
        </p:nvSpPr>
        <p:spPr>
          <a:xfrm>
            <a:off x="841227" y="1885950"/>
            <a:ext cx="7193100" cy="3360420"/>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Poppins" pitchFamily="34" charset="0"/>
                <a:ea typeface="Poppins" pitchFamily="34" charset="-122"/>
                <a:cs typeface="Poppins" pitchFamily="34" charset="-120"/>
              </a:rPr>
              <a:t>Compare evaporation and condensation, explain how particle movement and energy change during each process, and use observations from a classroom investigation to justify where both changes occur within the water cycle.</a:t>
            </a:r>
            <a:endParaRPr lang="en-US" sz="3000" dirty="0"/>
          </a:p>
        </p:txBody>
      </p:sp>
      <p:sp>
        <p:nvSpPr>
          <p:cNvPr id="6" name="Shape 4"/>
          <p:cNvSpPr/>
          <p:nvPr/>
        </p:nvSpPr>
        <p:spPr>
          <a:xfrm flipV="1">
            <a:off x="7818120" y="4828032"/>
            <a:ext cx="795528" cy="822960"/>
          </a:xfrm>
          <a:prstGeom prst="line">
            <a:avLst/>
          </a:prstGeom>
          <a:noFill/>
          <a:ln w="12700">
            <a:solidFill>
              <a:srgbClr val="102A43"/>
            </a:solidFill>
            <a:prstDash val="solid"/>
          </a:ln>
        </p:spPr>
      </p:sp>
      <p:sp>
        <p:nvSpPr>
          <p:cNvPr id="7" name="Shape 5"/>
          <p:cNvSpPr/>
          <p:nvPr/>
        </p:nvSpPr>
        <p:spPr>
          <a:xfrm>
            <a:off x="8613648" y="4828032"/>
            <a:ext cx="758952" cy="219456"/>
          </a:xfrm>
          <a:prstGeom prst="line">
            <a:avLst/>
          </a:prstGeom>
          <a:noFill/>
          <a:ln w="12700">
            <a:solidFill>
              <a:srgbClr val="102A43"/>
            </a:solidFill>
            <a:prstDash val="solid"/>
          </a:ln>
        </p:spPr>
      </p:sp>
      <p:sp>
        <p:nvSpPr>
          <p:cNvPr id="8" name="Shape 6"/>
          <p:cNvSpPr/>
          <p:nvPr/>
        </p:nvSpPr>
        <p:spPr>
          <a:xfrm flipV="1">
            <a:off x="9372600" y="2907792"/>
            <a:ext cx="1161288" cy="2139696"/>
          </a:xfrm>
          <a:prstGeom prst="line">
            <a:avLst/>
          </a:prstGeom>
          <a:noFill/>
          <a:ln w="12700">
            <a:solidFill>
              <a:srgbClr val="102A43"/>
            </a:solidFill>
            <a:prstDash val="solid"/>
          </a:ln>
        </p:spPr>
      </p:sp>
      <p:sp>
        <p:nvSpPr>
          <p:cNvPr id="9" name="Shape 7"/>
          <p:cNvSpPr/>
          <p:nvPr/>
        </p:nvSpPr>
        <p:spPr>
          <a:xfrm>
            <a:off x="10533888" y="2907792"/>
            <a:ext cx="694944" cy="0"/>
          </a:xfrm>
          <a:prstGeom prst="line">
            <a:avLst/>
          </a:prstGeom>
          <a:noFill/>
          <a:ln w="12700">
            <a:solidFill>
              <a:srgbClr val="0F8B8D"/>
            </a:solidFill>
            <a:prstDash val="solid"/>
            <a:tailEnd type="triangle"/>
          </a:ln>
        </p:spPr>
      </p:sp>
      <p:sp>
        <p:nvSpPr>
          <p:cNvPr id="10" name="Shape 8"/>
          <p:cNvSpPr/>
          <p:nvPr/>
        </p:nvSpPr>
        <p:spPr>
          <a:xfrm>
            <a:off x="7690104" y="5522976"/>
            <a:ext cx="256032" cy="256032"/>
          </a:xfrm>
          <a:prstGeom prst="ellipse">
            <a:avLst/>
          </a:prstGeom>
          <a:solidFill>
            <a:srgbClr val="F7F5EF"/>
          </a:solidFill>
          <a:ln w="12700">
            <a:solidFill>
              <a:srgbClr val="102A43"/>
            </a:solidFill>
            <a:prstDash val="solid"/>
          </a:ln>
        </p:spPr>
      </p:sp>
      <p:sp>
        <p:nvSpPr>
          <p:cNvPr id="11" name="Shape 9"/>
          <p:cNvSpPr/>
          <p:nvPr/>
        </p:nvSpPr>
        <p:spPr>
          <a:xfrm>
            <a:off x="8485632" y="4700016"/>
            <a:ext cx="256032" cy="256032"/>
          </a:xfrm>
          <a:prstGeom prst="ellipse">
            <a:avLst/>
          </a:prstGeom>
          <a:solidFill>
            <a:srgbClr val="F7F5EF"/>
          </a:solidFill>
          <a:ln w="12700">
            <a:solidFill>
              <a:srgbClr val="102A43"/>
            </a:solidFill>
            <a:prstDash val="solid"/>
          </a:ln>
        </p:spPr>
      </p:sp>
      <p:sp>
        <p:nvSpPr>
          <p:cNvPr id="12" name="Shape 10"/>
          <p:cNvSpPr/>
          <p:nvPr/>
        </p:nvSpPr>
        <p:spPr>
          <a:xfrm>
            <a:off x="9244584" y="4919472"/>
            <a:ext cx="256032" cy="256032"/>
          </a:xfrm>
          <a:prstGeom prst="ellipse">
            <a:avLst/>
          </a:prstGeom>
          <a:solidFill>
            <a:srgbClr val="F7F5EF"/>
          </a:solidFill>
          <a:ln w="12700">
            <a:solidFill>
              <a:srgbClr val="102A43"/>
            </a:solidFill>
            <a:prstDash val="solid"/>
          </a:ln>
        </p:spPr>
      </p:sp>
      <p:sp>
        <p:nvSpPr>
          <p:cNvPr id="13" name="Shape 11"/>
          <p:cNvSpPr/>
          <p:nvPr/>
        </p:nvSpPr>
        <p:spPr>
          <a:xfrm>
            <a:off x="10314432" y="2688336"/>
            <a:ext cx="438912" cy="438912"/>
          </a:xfrm>
          <a:prstGeom prst="ellipse">
            <a:avLst/>
          </a:prstGeom>
          <a:solidFill>
            <a:srgbClr val="BEE9E8"/>
          </a:solidFill>
          <a:ln w="12700">
            <a:solidFill>
              <a:srgbClr val="0F8B8D"/>
            </a:solidFill>
            <a:prstDash val="solid"/>
          </a:ln>
        </p:spPr>
      </p:sp>
      <p:sp>
        <p:nvSpPr>
          <p:cNvPr id="14" name="Shape 12"/>
          <p:cNvSpPr/>
          <p:nvPr/>
        </p:nvSpPr>
        <p:spPr>
          <a:xfrm>
            <a:off x="7790688" y="6199632"/>
            <a:ext cx="3410712" cy="0"/>
          </a:xfrm>
          <a:prstGeom prst="line">
            <a:avLst/>
          </a:prstGeom>
          <a:noFill/>
          <a:ln w="12700">
            <a:solidFill>
              <a:srgbClr val="BEE9E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2026-10-21T04:18:14Z</dcterms:created>
  <dcterms:modified xsi:type="dcterms:W3CDTF">2026-10-21T04:18:14Z</dcterms:modified>
</cp:coreProperties>
</file>
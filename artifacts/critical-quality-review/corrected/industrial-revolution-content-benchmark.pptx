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Industrial Revolution".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Industrial Revolution".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Industrial Revolution".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Industrial Revolution".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Industrial Revolution"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Industrial Revolution" Students review and consolidate their learning. 1. Think (2 min): Write down the 3 most important things you learned about "The Industrial Revolution" today. 2. Pair (2 min): Compare your key points with a partner — what did you both include? What was different? 3. Share (2 min): 2-3 pairs share their most important insight with the class. Teacher: Ask students to connect their insights back to today's learning objectives about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Industrial Revolution" 1. Choose one aspect of "The Industrial Revolution"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Industrial Revolution"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Industrial Revolution".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Industrial Revolution".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Industrial Revolution</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History  ·  Year 8  ·  The Industrial Revolution</a:t>
            </a:r>
            <a:endParaRPr lang="en-US" sz="1800" dirty="0"/>
          </a:p>
        </p:txBody>
      </p:sp>
      <p:sp>
        <p:nvSpPr>
          <p:cNvPr id="5" name="Shape 3"/>
          <p:cNvSpPr/>
          <p:nvPr/>
        </p:nvSpPr>
        <p:spPr>
          <a:xfrm>
            <a:off x="0" y="6492240"/>
            <a:ext cx="12191695" cy="365760"/>
          </a:xfrm>
          <a:prstGeom prst="rect">
            <a:avLst/>
          </a:prstGeom>
          <a:solidFill>
            <a:srgbClr val="F0FDFB"/>
          </a:solidFill>
          <a:ln w="12700">
            <a:solidFill>
              <a:srgbClr val="F0FDFB"/>
            </a:solidFill>
            <a:prstDash val="solid"/>
          </a:ln>
        </p:spPr>
      </p:sp>
      <p:sp>
        <p:nvSpPr>
          <p:cNvPr id="6" name="Shape 4"/>
          <p:cNvSpPr/>
          <p:nvPr/>
        </p:nvSpPr>
        <p:spPr>
          <a:xfrm>
            <a:off x="0" y="6492240"/>
            <a:ext cx="12191695" cy="0"/>
          </a:xfrm>
          <a:prstGeom prst="line">
            <a:avLst/>
          </a:prstGeom>
          <a:noFill/>
          <a:ln w="12700">
            <a:solidFill>
              <a:srgbClr val="A7F3E8"/>
            </a:solidFill>
            <a:prstDash val="solid"/>
          </a:ln>
        </p:spPr>
      </p:sp>
      <p:sp>
        <p:nvSpPr>
          <p:cNvPr id="7" name="Text 5"/>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8"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9" name="Text 6"/>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13</a:t>
            </a:r>
            <a:endParaRPr lang="en-US" sz="1200" dirty="0"/>
          </a:p>
        </p:txBody>
      </p:sp>
      <p:sp>
        <p:nvSpPr>
          <p:cNvPr id="10" name="Shape 7"/>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1" name="Shape 8"/>
          <p:cNvSpPr/>
          <p:nvPr/>
        </p:nvSpPr>
        <p:spPr>
          <a:xfrm>
            <a:off x="274320" y="6510528"/>
            <a:ext cx="895620"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Source prediction</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1072896"/>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Study the opening example for The Industrial Revolution. Predict one outcome, record evidence, then revise your explanation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Industrial Revolution</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51816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45084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Industrial Revolution.</a:t>
            </a:r>
            <a:endParaRPr lang="en-US" sz="2600" dirty="0"/>
          </a:p>
        </p:txBody>
      </p:sp>
      <p:sp>
        <p:nvSpPr>
          <p:cNvPr id="13" name="Shape 10"/>
          <p:cNvSpPr/>
          <p:nvPr/>
        </p:nvSpPr>
        <p:spPr>
          <a:xfrm>
            <a:off x="914400" y="3547618"/>
            <a:ext cx="10515600" cy="0"/>
          </a:xfrm>
          <a:prstGeom prst="line">
            <a:avLst/>
          </a:prstGeom>
          <a:noFill/>
          <a:ln w="12700">
            <a:solidFill>
              <a:srgbClr val="CFF6ED"/>
            </a:solidFill>
            <a:prstDash val="solid"/>
          </a:ln>
        </p:spPr>
      </p:sp>
      <p:sp>
        <p:nvSpPr>
          <p:cNvPr id="14" name="Shape 11"/>
          <p:cNvSpPr/>
          <p:nvPr/>
        </p:nvSpPr>
        <p:spPr>
          <a:xfrm>
            <a:off x="941832" y="3866401"/>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79907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Britain industrialised as coal supplied concentrated energy and inventions increased textile production.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Factories brought workers and machines into one workplace, while canals and railways moved raw materials and finished goods.</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Rapid migration expanded towns faster than housing and sanitation, creating crowded living conditions alongside new paid work.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Industrial Revolution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the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step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Industrial Revolution.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Industrial Revolution.</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Industrial Revolution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327542"/>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26021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Identify one energy source that supported industrialisation.</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factories changed where people worked.</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Which factor best explains rapid urban growth? Support your judgement with evidence.</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034680"/>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1967357"/>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Industrial Revolution.</a:t>
            </a:r>
            <a:endParaRPr lang="en-US" sz="2600" dirty="0"/>
          </a:p>
        </p:txBody>
      </p:sp>
      <p:sp>
        <p:nvSpPr>
          <p:cNvPr id="13" name="Shape 10"/>
          <p:cNvSpPr/>
          <p:nvPr/>
        </p:nvSpPr>
        <p:spPr>
          <a:xfrm>
            <a:off x="914400" y="3064129"/>
            <a:ext cx="10515600" cy="0"/>
          </a:xfrm>
          <a:prstGeom prst="line">
            <a:avLst/>
          </a:prstGeom>
          <a:noFill/>
          <a:ln w="12700">
            <a:solidFill>
              <a:srgbClr val="CFF6ED"/>
            </a:solidFill>
            <a:prstDash val="solid"/>
          </a:ln>
        </p:spPr>
      </p:sp>
      <p:sp>
        <p:nvSpPr>
          <p:cNvPr id="14" name="Shape 11"/>
          <p:cNvSpPr/>
          <p:nvPr/>
        </p:nvSpPr>
        <p:spPr>
          <a:xfrm>
            <a:off x="941832" y="3382912"/>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31558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4031107"/>
            <a:ext cx="10515600" cy="0"/>
          </a:xfrm>
          <a:prstGeom prst="line">
            <a:avLst/>
          </a:prstGeom>
          <a:noFill/>
          <a:ln w="12700">
            <a:solidFill>
              <a:srgbClr val="CFF6ED"/>
            </a:solidFill>
            <a:prstDash val="solid"/>
          </a:ln>
        </p:spPr>
      </p:sp>
      <p:sp>
        <p:nvSpPr>
          <p:cNvPr id="17" name="Shape 14"/>
          <p:cNvSpPr/>
          <p:nvPr/>
        </p:nvSpPr>
        <p:spPr>
          <a:xfrm>
            <a:off x="941832" y="4349890"/>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282567"/>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998085"/>
            <a:ext cx="10515600" cy="0"/>
          </a:xfrm>
          <a:prstGeom prst="line">
            <a:avLst/>
          </a:prstGeom>
          <a:noFill/>
          <a:ln w="12700">
            <a:solidFill>
              <a:srgbClr val="CFF6ED"/>
            </a:solidFill>
            <a:prstDash val="solid"/>
          </a:ln>
        </p:spPr>
      </p:sp>
      <p:sp>
        <p:nvSpPr>
          <p:cNvPr id="20" name="Shape 17"/>
          <p:cNvSpPr/>
          <p:nvPr/>
        </p:nvSpPr>
        <p:spPr>
          <a:xfrm>
            <a:off x="941832" y="5316868"/>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24954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887728"/>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8877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86944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756408"/>
            <a:ext cx="10515600" cy="0"/>
          </a:xfrm>
          <a:prstGeom prst="line">
            <a:avLst/>
          </a:prstGeom>
          <a:noFill/>
          <a:ln w="12700">
            <a:solidFill>
              <a:srgbClr val="CFF6ED"/>
            </a:solidFill>
            <a:prstDash val="solid"/>
          </a:ln>
        </p:spPr>
      </p:sp>
      <p:sp>
        <p:nvSpPr>
          <p:cNvPr id="15" name="Shape 12"/>
          <p:cNvSpPr/>
          <p:nvPr/>
        </p:nvSpPr>
        <p:spPr>
          <a:xfrm>
            <a:off x="877824" y="3186176"/>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31861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316788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800" dirty="0"/>
          </a:p>
        </p:txBody>
      </p:sp>
      <p:sp>
        <p:nvSpPr>
          <p:cNvPr id="18" name="Shape 15"/>
          <p:cNvSpPr/>
          <p:nvPr/>
        </p:nvSpPr>
        <p:spPr>
          <a:xfrm>
            <a:off x="877824" y="4489704"/>
            <a:ext cx="10515600" cy="0"/>
          </a:xfrm>
          <a:prstGeom prst="line">
            <a:avLst/>
          </a:prstGeom>
          <a:noFill/>
          <a:ln w="12700">
            <a:solidFill>
              <a:srgbClr val="CFF6ED"/>
            </a:solidFill>
            <a:prstDash val="solid"/>
          </a:ln>
        </p:spPr>
      </p:sp>
      <p:sp>
        <p:nvSpPr>
          <p:cNvPr id="19" name="Shape 16"/>
          <p:cNvSpPr/>
          <p:nvPr/>
        </p:nvSpPr>
        <p:spPr>
          <a:xfrm>
            <a:off x="877824" y="4919472"/>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491947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4901184"/>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Industrial Revolution</dc:title>
  <dc:subject>History — The Industrial Revolution</dc:subject>
  <dc:creator>Layah.ai</dc:creator>
  <cp:lastModifiedBy>Layah.ai</cp:lastModifiedBy>
  <cp:revision>1</cp:revision>
  <dcterms:created xsi:type="dcterms:W3CDTF">2026-10-21T10:14:53Z</dcterms:created>
  <dcterms:modified xsi:type="dcterms:W3CDTF">2026-10-21T10:14:53Z</dcterms:modified>
</cp:coreProperties>
</file>
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Water Cycle".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Water Cycle".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Water Cycle".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Water Cycle".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Water Cycle".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Water Cycle".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903720" cy="6858000"/>
          </a:xfrm>
          <a:prstGeom prst="rect">
            <a:avLst/>
          </a:prstGeom>
          <a:solidFill>
            <a:srgbClr val="102A43"/>
          </a:solidFill>
          <a:ln w="12700">
            <a:solidFill>
              <a:srgbClr val="333333">
                <a:alpha val="0"/>
              </a:srgbClr>
            </a:solidFill>
            <a:prstDash val="solid"/>
          </a:ln>
        </p:spPr>
      </p:sp>
      <p:sp>
        <p:nvSpPr>
          <p:cNvPr id="3" name="Shape 1"/>
          <p:cNvSpPr/>
          <p:nvPr/>
        </p:nvSpPr>
        <p:spPr>
          <a:xfrm>
            <a:off x="6729984" y="0"/>
            <a:ext cx="182880" cy="6858000"/>
          </a:xfrm>
          <a:prstGeom prst="rect">
            <a:avLst/>
          </a:prstGeom>
          <a:solidFill>
            <a:srgbClr val="0F8B8D"/>
          </a:solidFill>
          <a:ln w="12700">
            <a:solidFill>
              <a:srgbClr val="333333">
                <a:alpha val="0"/>
              </a:srgbClr>
            </a:solidFill>
            <a:prstDash val="solid"/>
          </a:ln>
        </p:spPr>
      </p:sp>
      <p:sp>
        <p:nvSpPr>
          <p:cNvPr id="4" name="Shape 2"/>
          <p:cNvSpPr/>
          <p:nvPr/>
        </p:nvSpPr>
        <p:spPr>
          <a:xfrm>
            <a:off x="6876288" y="1225296"/>
            <a:ext cx="4992624" cy="3968496"/>
          </a:xfrm>
          <a:prstGeom prst="roundRect">
            <a:avLst>
              <a:gd name="adj" fmla="val 2765"/>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5" name="Image 0" descr="The Water Cycle lesson image">    </p:cNvPr>
          <p:cNvPicPr>
            <a:picLocks noChangeAspect="1"/>
          </p:cNvPicPr>
          <p:nvPr/>
        </p:nvPicPr>
        <p:blipFill>
          <a:blip r:embed="rId1"/>
          <a:stretch>
            <a:fillRect/>
          </a:stretch>
        </p:blipFill>
        <p:spPr>
          <a:xfrm>
            <a:off x="6967728" y="1751271"/>
            <a:ext cx="4809744" cy="2916547"/>
          </a:xfrm>
          <a:prstGeom prst="rect">
            <a:avLst/>
          </a:prstGeom>
          <a:effectLst>
            <a:outerShdw sx="100000" sy="100000" kx="0" ky="0" algn="bl" rotWithShape="0" blurRad="60960" dist="25400" dir="5400000">
              <a:srgbClr val="00846E">
                <a:alpha val="14000"/>
              </a:srgbClr>
            </a:outerShdw>
          </a:effectLst>
        </p:spPr>
      </p:pic>
      <p:sp>
        <p:nvSpPr>
          <p:cNvPr id="6" name="Text 3"/>
          <p:cNvSpPr/>
          <p:nvPr/>
        </p:nvSpPr>
        <p:spPr>
          <a:xfrm>
            <a:off x="731520" y="713232"/>
            <a:ext cx="5394960" cy="347472"/>
          </a:xfrm>
          <a:prstGeom prst="rect">
            <a:avLst/>
          </a:prstGeom>
          <a:noFill/>
          <a:ln/>
        </p:spPr>
        <p:txBody>
          <a:bodyPr wrap="square" lIns="0" tIns="0" rIns="0" bIns="0" rtlCol="0" anchor="ctr">
            <a:normAutofit/>
          </a:bodyPr>
          <a:lstStyle/>
          <a:p>
            <a:pPr indent="0" marL="0">
              <a:buNone/>
            </a:pPr>
            <a:r>
              <a:rPr lang="en-US" sz="1300" b="1" spc="180" kern="0" dirty="0">
                <a:solidFill>
                  <a:srgbClr val="BEE9E8"/>
                </a:solidFill>
                <a:latin typeface="Poppins" pitchFamily="34" charset="0"/>
                <a:ea typeface="Poppins" pitchFamily="34" charset="-122"/>
                <a:cs typeface="Poppins" pitchFamily="34" charset="-120"/>
              </a:rPr>
              <a:t>SCIENCE  /  YEAR 7</a:t>
            </a:r>
            <a:endParaRPr lang="en-US" sz="1300" dirty="0"/>
          </a:p>
        </p:txBody>
      </p:sp>
      <p:sp>
        <p:nvSpPr>
          <p:cNvPr id="7" name="Text 4"/>
          <p:cNvSpPr/>
          <p:nvPr/>
        </p:nvSpPr>
        <p:spPr>
          <a:xfrm>
            <a:off x="713232" y="1325880"/>
            <a:ext cx="5440680" cy="2926080"/>
          </a:xfrm>
          <a:prstGeom prst="rect">
            <a:avLst/>
          </a:prstGeom>
          <a:noFill/>
          <a:ln/>
        </p:spPr>
        <p:txBody>
          <a:bodyPr wrap="square" lIns="0" tIns="0" rIns="0" bIns="0" rtlCol="0" anchor="ctr">
            <a:normAutofit/>
          </a:bodyPr>
          <a:lstStyle/>
          <a:p>
            <a:pPr indent="0" marL="0">
              <a:buNone/>
            </a:pPr>
            <a:r>
              <a:rPr lang="en-US" sz="3900" b="1" dirty="0">
                <a:solidFill>
                  <a:srgbClr val="F7F5EF"/>
                </a:solidFill>
                <a:latin typeface="Poppins" pitchFamily="34" charset="0"/>
                <a:ea typeface="Poppins" pitchFamily="34" charset="-122"/>
                <a:cs typeface="Poppins" pitchFamily="34" charset="-120"/>
              </a:rPr>
              <a:t>The Water Cycle</a:t>
            </a:r>
            <a:endParaRPr lang="en-US" sz="3900" dirty="0"/>
          </a:p>
        </p:txBody>
      </p:sp>
      <p:sp>
        <p:nvSpPr>
          <p:cNvPr id="8" name="Shape 5"/>
          <p:cNvSpPr/>
          <p:nvPr/>
        </p:nvSpPr>
        <p:spPr>
          <a:xfrm>
            <a:off x="731520" y="4599432"/>
            <a:ext cx="2148840" cy="0"/>
          </a:xfrm>
          <a:prstGeom prst="line">
            <a:avLst/>
          </a:prstGeom>
          <a:noFill/>
          <a:ln w="12700">
            <a:solidFill>
              <a:srgbClr val="0F8B8D"/>
            </a:solidFill>
            <a:prstDash val="solid"/>
          </a:ln>
        </p:spPr>
      </p:sp>
      <p:sp>
        <p:nvSpPr>
          <p:cNvPr id="9" name="Text 6"/>
          <p:cNvSpPr/>
          <p:nvPr/>
        </p:nvSpPr>
        <p:spPr>
          <a:xfrm>
            <a:off x="731520" y="4828032"/>
            <a:ext cx="3474720" cy="365760"/>
          </a:xfrm>
          <a:prstGeom prst="rect">
            <a:avLst/>
          </a:prstGeom>
          <a:noFill/>
          <a:ln/>
        </p:spPr>
        <p:txBody>
          <a:bodyPr wrap="square" lIns="0" tIns="0" rIns="0" bIns="0" rtlCol="0" anchor="ctr">
            <a:normAutofit/>
          </a:bodyPr>
          <a:lstStyle/>
          <a:p>
            <a:pPr indent="0" marL="0">
              <a:buNone/>
            </a:pPr>
            <a:r>
              <a:rPr lang="en-US" sz="1200" b="1" spc="180" kern="0" dirty="0">
                <a:solidFill>
                  <a:srgbClr val="FFFFFF">
                    <a:alpha val="88000"/>
                  </a:srgbClr>
                </a:solidFill>
                <a:latin typeface="Poppins" pitchFamily="34" charset="0"/>
                <a:ea typeface="Poppins" pitchFamily="34" charset="-122"/>
                <a:cs typeface="Poppins" pitchFamily="34" charset="-120"/>
              </a:rPr>
              <a:t>LESSON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EE9E8"/>
          </a:solidFill>
          <a:ln w="12700">
            <a:solidFill>
              <a:srgbClr val="333333">
                <a:alpha val="0"/>
              </a:srgbClr>
            </a:solidFill>
            <a:prstDash val="solid"/>
          </a:ln>
        </p:spPr>
      </p:sp>
      <p:sp>
        <p:nvSpPr>
          <p:cNvPr id="3" name="Text 1"/>
          <p:cNvSpPr/>
          <p:nvPr/>
        </p:nvSpPr>
        <p:spPr>
          <a:xfrm>
            <a:off x="713232" y="475488"/>
            <a:ext cx="3200400" cy="329184"/>
          </a:xfrm>
          <a:prstGeom prst="rect">
            <a:avLst/>
          </a:prstGeom>
          <a:noFill/>
          <a:ln/>
        </p:spPr>
        <p:txBody>
          <a:bodyPr wrap="square" lIns="0" tIns="0" rIns="0" bIns="0" rtlCol="0" anchor="ctr">
            <a:normAutofit/>
          </a:bodyPr>
          <a:lstStyle/>
          <a:p>
            <a:pPr indent="0" marL="0">
              <a:buNone/>
            </a:pPr>
            <a:r>
              <a:rPr lang="en-US" sz="1300" b="1" spc="190" kern="0" dirty="0">
                <a:solidFill>
                  <a:srgbClr val="BEE9E8"/>
                </a:solidFill>
                <a:latin typeface="Poppins" pitchFamily="34" charset="0"/>
                <a:ea typeface="Poppins" pitchFamily="34" charset="-122"/>
                <a:cs typeface="Poppins" pitchFamily="34" charset="-120"/>
              </a:rPr>
              <a:t>STARTER ACTIVITY</a:t>
            </a:r>
            <a:endParaRPr lang="en-US" sz="1300" dirty="0"/>
          </a:p>
        </p:txBody>
      </p:sp>
      <p:sp>
        <p:nvSpPr>
          <p:cNvPr id="4" name="Text 2"/>
          <p:cNvSpPr/>
          <p:nvPr/>
        </p:nvSpPr>
        <p:spPr>
          <a:xfrm>
            <a:off x="713232" y="950976"/>
            <a:ext cx="5212080" cy="384048"/>
          </a:xfrm>
          <a:prstGeom prst="rect">
            <a:avLst/>
          </a:prstGeom>
          <a:noFill/>
          <a:ln/>
        </p:spPr>
        <p:txBody>
          <a:bodyPr wrap="square" lIns="0" tIns="0" rIns="0" bIns="0" rtlCol="0" anchor="ctr">
            <a:normAutofit/>
          </a:bodyPr>
          <a:lstStyle/>
          <a:p>
            <a:pPr indent="0" marL="0">
              <a:buNone/>
            </a:pPr>
            <a:r>
              <a:rPr lang="en-US" sz="1300" b="1" spc="120" kern="0" dirty="0">
                <a:solidFill>
                  <a:srgbClr val="0F8B8D"/>
                </a:solidFill>
                <a:latin typeface="Poppins" pitchFamily="34" charset="0"/>
                <a:ea typeface="Poppins" pitchFamily="34" charset="-122"/>
                <a:cs typeface="Poppins" pitchFamily="34" charset="-120"/>
              </a:rPr>
              <a:t>OBSERVE  /  THINK  /  EXPLAIN</a:t>
            </a:r>
            <a:endParaRPr lang="en-US" sz="1300" dirty="0"/>
          </a:p>
        </p:txBody>
      </p:sp>
      <p:sp>
        <p:nvSpPr>
          <p:cNvPr id="5" name="Shape 3"/>
          <p:cNvSpPr/>
          <p:nvPr/>
        </p:nvSpPr>
        <p:spPr>
          <a:xfrm>
            <a:off x="6812280" y="1335024"/>
            <a:ext cx="4736592" cy="3822192"/>
          </a:xfrm>
          <a:prstGeom prst="roundRect">
            <a:avLst>
              <a:gd name="adj" fmla="val 2871"/>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6" name="Image 0" descr="Starter activity prompt image">    </p:cNvPr>
          <p:cNvPicPr>
            <a:picLocks noChangeAspect="1"/>
          </p:cNvPicPr>
          <p:nvPr/>
        </p:nvPicPr>
        <p:blipFill>
          <a:blip r:embed="rId1"/>
          <a:stretch>
            <a:fillRect/>
          </a:stretch>
        </p:blipFill>
        <p:spPr>
          <a:xfrm>
            <a:off x="6903720" y="1727409"/>
            <a:ext cx="4553712" cy="3037423"/>
          </a:xfrm>
          <a:prstGeom prst="rect">
            <a:avLst/>
          </a:prstGeom>
          <a:effectLst>
            <a:outerShdw sx="100000" sy="100000" kx="0" ky="0" algn="bl" rotWithShape="0" blurRad="60960" dist="25400" dir="5400000">
              <a:srgbClr val="00846E">
                <a:alpha val="14000"/>
              </a:srgbClr>
            </a:outerShdw>
          </a:effectLst>
        </p:spPr>
      </p:pic>
      <p:sp>
        <p:nvSpPr>
          <p:cNvPr id="7" name="Text 4"/>
          <p:cNvSpPr/>
          <p:nvPr/>
        </p:nvSpPr>
        <p:spPr>
          <a:xfrm>
            <a:off x="713232" y="1572768"/>
            <a:ext cx="5413248" cy="4160520"/>
          </a:xfrm>
          <a:prstGeom prst="rect">
            <a:avLst/>
          </a:prstGeom>
          <a:noFill/>
          <a:ln/>
        </p:spPr>
        <p:txBody>
          <a:bodyPr wrap="square" lIns="0" tIns="0" rIns="0" bIns="0" rtlCol="0" anchor="t">
            <a:normAutofit/>
          </a:bodyPr>
          <a:lstStyle/>
          <a:p>
            <a:pPr indent="0" marL="0">
              <a:lnSpc>
                <a:spcPct val="108000"/>
              </a:lnSpc>
              <a:spcAft>
                <a:spcPts val="900"/>
              </a:spcAft>
              <a:buNone/>
            </a:pPr>
            <a:r>
              <a:rPr lang="en-US" sz="2300" dirty="0">
                <a:solidFill>
                  <a:srgbClr val="F7F5EF"/>
                </a:solidFill>
                <a:latin typeface="Arial" pitchFamily="34" charset="0"/>
                <a:ea typeface="Arial" pitchFamily="34" charset="-122"/>
                <a:cs typeface="Arial" pitchFamily="34" charset="-120"/>
              </a:rPr>
              <a:t>Picture prompt</a:t>
            </a:r>
            <a:endParaRPr lang="en-US" sz="2300" dirty="0"/>
          </a:p>
          <a:p>
            <a:pPr indent="0" marL="0">
              <a:lnSpc>
                <a:spcPct val="108000"/>
              </a:lnSpc>
              <a:spcAft>
                <a:spcPts val="900"/>
              </a:spcAft>
              <a:buNone/>
            </a:pPr>
            <a:endParaRPr lang="en-US" sz="2300" dirty="0"/>
          </a:p>
          <a:p>
            <a:pPr indent="0" marL="0">
              <a:lnSpc>
                <a:spcPct val="108000"/>
              </a:lnSpc>
              <a:spcAft>
                <a:spcPts val="900"/>
              </a:spcAft>
              <a:buNone/>
            </a:pPr>
            <a:r>
              <a:rPr lang="en-US" sz="2300" dirty="0">
                <a:solidFill>
                  <a:srgbClr val="F7F5EF"/>
                </a:solidFill>
                <a:latin typeface="Arial" pitchFamily="34" charset="0"/>
                <a:ea typeface="Arial" pitchFamily="34" charset="-122"/>
                <a:cs typeface="Arial" pitchFamily="34" charset="-120"/>
              </a:rPr>
              <a:t>Observe the water, clouds and sunlight. Where might the water move next? Write one prediction using evaporation or condensation, then compare it with a partner and improve your explanation.</a:t>
            </a:r>
            <a:endParaRPr lang="en-US" sz="2300" dirty="0"/>
          </a:p>
        </p:txBody>
      </p:sp>
      <p:sp>
        <p:nvSpPr>
          <p:cNvPr id="8" name="Shape 5"/>
          <p:cNvSpPr/>
          <p:nvPr/>
        </p:nvSpPr>
        <p:spPr>
          <a:xfrm>
            <a:off x="731520" y="6053328"/>
            <a:ext cx="5349240" cy="0"/>
          </a:xfrm>
          <a:prstGeom prst="line">
            <a:avLst/>
          </a:prstGeom>
          <a:noFill/>
          <a:ln w="12700">
            <a:solidFill>
              <a:srgbClr val="0F8B8D"/>
            </a:solidFill>
            <a:prstDash val="solid"/>
          </a:ln>
        </p:spPr>
      </p:sp>
      <p:sp>
        <p:nvSpPr>
          <p:cNvPr id="9" name="Shape 6"/>
          <p:cNvSpPr/>
          <p:nvPr/>
        </p:nvSpPr>
        <p:spPr>
          <a:xfrm>
            <a:off x="0" y="6492240"/>
            <a:ext cx="12191695" cy="365760"/>
          </a:xfrm>
          <a:prstGeom prst="rect">
            <a:avLst/>
          </a:prstGeom>
          <a:solidFill>
            <a:srgbClr val="F0FDFB"/>
          </a:solidFill>
          <a:ln w="12700">
            <a:solidFill>
              <a:srgbClr val="F0FDFB"/>
            </a:solidFill>
            <a:prstDash val="solid"/>
          </a:ln>
        </p:spPr>
      </p:sp>
      <p:sp>
        <p:nvSpPr>
          <p:cNvPr id="10" name="Shape 7"/>
          <p:cNvSpPr/>
          <p:nvPr/>
        </p:nvSpPr>
        <p:spPr>
          <a:xfrm>
            <a:off x="0" y="6492240"/>
            <a:ext cx="12191695" cy="0"/>
          </a:xfrm>
          <a:prstGeom prst="line">
            <a:avLst/>
          </a:prstGeom>
          <a:noFill/>
          <a:ln w="12700">
            <a:solidFill>
              <a:srgbClr val="A7F3E8"/>
            </a:solidFill>
            <a:prstDash val="solid"/>
          </a:ln>
        </p:spPr>
      </p:sp>
      <p:sp>
        <p:nvSpPr>
          <p:cNvPr id="11" name="Text 8"/>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12" name="Image 1" descr="Layah">    </p:cNvPr>
          <p:cNvPicPr>
            <a:picLocks noChangeAspect="1"/>
          </p:cNvPicPr>
          <p:nvPr/>
        </p:nvPicPr>
        <p:blipFill>
          <a:blip r:embed="rId2"/>
          <a:stretch>
            <a:fillRect/>
          </a:stretch>
        </p:blipFill>
        <p:spPr>
          <a:xfrm>
            <a:off x="5394960" y="6528816"/>
            <a:ext cx="1051560" cy="292608"/>
          </a:xfrm>
          <a:prstGeom prst="rect">
            <a:avLst/>
          </a:prstGeom>
        </p:spPr>
      </p:pic>
      <p:sp>
        <p:nvSpPr>
          <p:cNvPr id="13" name="Text 9"/>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14" name="Shape 10"/>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5" name="Shape 11"/>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708796"/>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641473"/>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Water Cycle.</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Evaporation happens when energy gives surface-water particles enough energy to escape as water vapour.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Condensation happens when water vapour cools, loses energy and forms liquid droplets.</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Droplets grow and fall as precipitation; water then collects before the cycle repeats.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Water Cycle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idea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Water Cycle.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Water Cycle.</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Water Cycle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136915"/>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069592"/>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What change of state turns liquid water into water vapour?</a:t>
            </a:r>
            <a:endParaRPr lang="en-US" sz="2600" dirty="0"/>
          </a:p>
        </p:txBody>
      </p:sp>
      <p:sp>
        <p:nvSpPr>
          <p:cNvPr id="13" name="Shape 10"/>
          <p:cNvSpPr/>
          <p:nvPr/>
        </p:nvSpPr>
        <p:spPr>
          <a:xfrm>
            <a:off x="914400" y="3166364"/>
            <a:ext cx="10515600" cy="0"/>
          </a:xfrm>
          <a:prstGeom prst="line">
            <a:avLst/>
          </a:prstGeom>
          <a:noFill/>
          <a:ln w="12700">
            <a:solidFill>
              <a:srgbClr val="CFF6ED"/>
            </a:solidFill>
            <a:prstDash val="solid"/>
          </a:ln>
        </p:spPr>
      </p:sp>
      <p:sp>
        <p:nvSpPr>
          <p:cNvPr id="14" name="Shape 11"/>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why droplets form on a cold surface using particle movement.</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Predict how stronger solar heating may affect evaporation and justify your answer.</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22530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157984"/>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Water Cycle.</a:t>
            </a:r>
            <a:endParaRPr lang="en-US" sz="2600" dirty="0"/>
          </a:p>
        </p:txBody>
      </p:sp>
      <p:sp>
        <p:nvSpPr>
          <p:cNvPr id="13" name="Shape 10"/>
          <p:cNvSpPr/>
          <p:nvPr/>
        </p:nvSpPr>
        <p:spPr>
          <a:xfrm>
            <a:off x="914400" y="2873502"/>
            <a:ext cx="10515600" cy="0"/>
          </a:xfrm>
          <a:prstGeom prst="line">
            <a:avLst/>
          </a:prstGeom>
          <a:noFill/>
          <a:ln w="12700">
            <a:solidFill>
              <a:srgbClr val="CFF6ED"/>
            </a:solidFill>
            <a:prstDash val="solid"/>
          </a:ln>
        </p:spPr>
      </p:sp>
      <p:sp>
        <p:nvSpPr>
          <p:cNvPr id="14" name="Shape 11"/>
          <p:cNvSpPr/>
          <p:nvPr/>
        </p:nvSpPr>
        <p:spPr>
          <a:xfrm>
            <a:off x="941832" y="3192285"/>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124962"/>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3840480"/>
            <a:ext cx="10515600" cy="0"/>
          </a:xfrm>
          <a:prstGeom prst="line">
            <a:avLst/>
          </a:prstGeom>
          <a:noFill/>
          <a:ln w="12700">
            <a:solidFill>
              <a:srgbClr val="CFF6ED"/>
            </a:solidFill>
            <a:prstDash val="solid"/>
          </a:ln>
        </p:spPr>
      </p:sp>
      <p:sp>
        <p:nvSpPr>
          <p:cNvPr id="17" name="Shape 14"/>
          <p:cNvSpPr/>
          <p:nvPr/>
        </p:nvSpPr>
        <p:spPr>
          <a:xfrm>
            <a:off x="941832" y="4159263"/>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091940"/>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807458"/>
            <a:ext cx="10515600" cy="0"/>
          </a:xfrm>
          <a:prstGeom prst="line">
            <a:avLst/>
          </a:prstGeom>
          <a:noFill/>
          <a:ln w="12700">
            <a:solidFill>
              <a:srgbClr val="CFF6ED"/>
            </a:solidFill>
            <a:prstDash val="solid"/>
          </a:ln>
        </p:spPr>
      </p:sp>
      <p:sp>
        <p:nvSpPr>
          <p:cNvPr id="20" name="Shape 17"/>
          <p:cNvSpPr/>
          <p:nvPr/>
        </p:nvSpPr>
        <p:spPr>
          <a:xfrm>
            <a:off x="941832" y="5126241"/>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05891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540000"/>
            <a:ext cx="10515600" cy="0"/>
          </a:xfrm>
          <a:prstGeom prst="line">
            <a:avLst/>
          </a:prstGeom>
          <a:noFill/>
          <a:ln w="12700">
            <a:solidFill>
              <a:srgbClr val="CFF6ED"/>
            </a:solidFill>
            <a:prstDash val="solid"/>
          </a:ln>
        </p:spPr>
      </p:sp>
      <p:sp>
        <p:nvSpPr>
          <p:cNvPr id="15" name="Shape 12"/>
          <p:cNvSpPr/>
          <p:nvPr/>
        </p:nvSpPr>
        <p:spPr>
          <a:xfrm>
            <a:off x="877824" y="2958592"/>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95859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940304"/>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800" dirty="0"/>
          </a:p>
        </p:txBody>
      </p:sp>
      <p:sp>
        <p:nvSpPr>
          <p:cNvPr id="18" name="Shape 15"/>
          <p:cNvSpPr/>
          <p:nvPr/>
        </p:nvSpPr>
        <p:spPr>
          <a:xfrm>
            <a:off x="877824" y="4706112"/>
            <a:ext cx="10515600" cy="0"/>
          </a:xfrm>
          <a:prstGeom prst="line">
            <a:avLst/>
          </a:prstGeom>
          <a:noFill/>
          <a:ln w="12700">
            <a:solidFill>
              <a:srgbClr val="CFF6ED"/>
            </a:solidFill>
            <a:prstDash val="solid"/>
          </a:ln>
        </p:spPr>
      </p:sp>
      <p:sp>
        <p:nvSpPr>
          <p:cNvPr id="19" name="Shape 16"/>
          <p:cNvSpPr/>
          <p:nvPr/>
        </p:nvSpPr>
        <p:spPr>
          <a:xfrm>
            <a:off x="877824" y="5124704"/>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51247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5106416"/>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2026-10-21T10:40:54Z</dcterms:created>
  <dcterms:modified xsi:type="dcterms:W3CDTF">2026-10-21T10:40:54Z</dcterms:modified>
</cp:coreProperties>
</file>